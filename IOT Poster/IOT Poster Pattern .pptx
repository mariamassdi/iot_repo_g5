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omments/modernComment_100_0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>
        <p:scale>
          <a:sx n="50" d="100"/>
          <a:sy n="50" d="100"/>
        </p:scale>
        <p:origin x="24" y="-7555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8/10/relationships/authors" Target="authors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ssdi" userId="65c9569a-13f6-4c7a-bd4b-d64bee52e0be" providerId="ADAL" clId="{9C4CD28F-AE51-40B1-8077-135E95233871}"/>
    <pc:docChg chg="modSld">
      <pc:chgData name="Mariam Assdi" userId="65c9569a-13f6-4c7a-bd4b-d64bee52e0be" providerId="ADAL" clId="{9C4CD28F-AE51-40B1-8077-135E95233871}" dt="2026-02-03T14:11:23.483" v="18" actId="1076"/>
      <pc:docMkLst>
        <pc:docMk/>
      </pc:docMkLst>
      <pc:sldChg chg="modSp mod">
        <pc:chgData name="Mariam Assdi" userId="65c9569a-13f6-4c7a-bd4b-d64bee52e0be" providerId="ADAL" clId="{9C4CD28F-AE51-40B1-8077-135E95233871}" dt="2026-02-03T14:11:23.483" v="18" actId="1076"/>
        <pc:sldMkLst>
          <pc:docMk/>
          <pc:sldMk cId="0" sldId="256"/>
        </pc:sldMkLst>
        <pc:spChg chg="mod">
          <ac:chgData name="Mariam Assdi" userId="65c9569a-13f6-4c7a-bd4b-d64bee52e0be" providerId="ADAL" clId="{9C4CD28F-AE51-40B1-8077-135E95233871}" dt="2026-02-03T14:10:40.562" v="17" actId="20577"/>
          <ac:spMkLst>
            <pc:docMk/>
            <pc:sldMk cId="0" sldId="256"/>
            <ac:spMk id="26" creationId="{030753C5-CA27-6A40-1A81-EFC7EDC5206B}"/>
          </ac:spMkLst>
        </pc:spChg>
        <pc:spChg chg="mod">
          <ac:chgData name="Mariam Assdi" userId="65c9569a-13f6-4c7a-bd4b-d64bee52e0be" providerId="ADAL" clId="{9C4CD28F-AE51-40B1-8077-135E95233871}" dt="2026-02-03T14:11:23.483" v="18" actId="1076"/>
          <ac:spMkLst>
            <pc:docMk/>
            <pc:sldMk cId="0" sldId="256"/>
            <ac:spMk id="28" creationId="{99ABEA4A-D189-603E-B4E9-234CD8DEF8FF}"/>
          </ac:spMkLst>
        </pc:spChg>
      </pc:sldChg>
    </pc:docChg>
  </pc:docChgLst>
</pc:chgInfo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BA20CD-8770-4F83-B89D-4F627FD495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microsoft.com/office/2018/10/relationships/comments" Target="../comments/modernComment_100_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תמונה 13" descr="תמונה שמכילה בתוך מבנה, ק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7C26201-08C9-E42E-0BB1-2B0E0BECC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0" t="8990" r="5659" b="10779"/>
          <a:stretch>
            <a:fillRect/>
          </a:stretch>
        </p:blipFill>
        <p:spPr>
          <a:xfrm>
            <a:off x="11172973" y="23778342"/>
            <a:ext cx="3725389" cy="55761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06633" y="5419985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8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badi" panose="020B0604020104020204" pitchFamily="34" charset="0"/>
              </a:rPr>
              <a:t>Patient Motion Monitoring System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650732" y="7499169"/>
            <a:ext cx="20907208" cy="8956298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 marL="685800" indent="-685800">
              <a:buFontTx/>
              <a:buChar char="-"/>
            </a:pPr>
            <a:r>
              <a:rPr lang="en-US" sz="4800" dirty="0">
                <a:cs typeface="+mj-cs"/>
              </a:rPr>
              <a:t>A patient-activated IoT home rehabilitation monitoring system that safely tracks recovery without intrusive surveillance, using </a:t>
            </a:r>
            <a:r>
              <a:rPr lang="en-US" sz="4800" b="1" dirty="0">
                <a:cs typeface="+mj-cs"/>
              </a:rPr>
              <a:t>a leg-worn IMU and room radar</a:t>
            </a:r>
            <a:r>
              <a:rPr lang="en-US" sz="4800" dirty="0">
                <a:cs typeface="+mj-cs"/>
              </a:rPr>
              <a:t> to measure activity and detect safety risks.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Patient : </a:t>
            </a:r>
            <a:r>
              <a:rPr lang="en-US" sz="4800" dirty="0">
                <a:cs typeface="+mj-cs"/>
              </a:rPr>
              <a:t>the system operates on patient-activated sessions to measure steps, stair climbing, and basic movement states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Caregiver : </a:t>
            </a:r>
            <a:r>
              <a:rPr lang="en-US" sz="4800" dirty="0">
                <a:cs typeface="+mj-cs"/>
              </a:rPr>
              <a:t>Simultaneously monitoring for falls and prolonged immobility, when a risk is detected it alerts a caregiver, and the patient can confirm they are okay to cancel the alert.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Doctor : </a:t>
            </a:r>
            <a:r>
              <a:rPr lang="en-US" sz="4800" dirty="0">
                <a:cs typeface="+mj-cs"/>
              </a:rPr>
              <a:t>uniquely providing doctors with both a real-time view of the current session and detailed historical summaries that translate raw sensor data into actionable clinical metrics.</a:t>
            </a:r>
          </a:p>
          <a:p>
            <a:pPr marL="685800" indent="-685800">
              <a:buFontTx/>
              <a:buChar char="-"/>
            </a:pPr>
            <a:endParaRPr lang="en-US" sz="4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396738" y="30490319"/>
            <a:ext cx="2132699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800" b="1" dirty="0"/>
              <a:t>Raneen Haj Yahya , Mariam Assdi ,Gharam </a:t>
            </a:r>
            <a:r>
              <a:rPr lang="en-US" sz="4800" b="1" dirty="0" err="1"/>
              <a:t>Kharabna</a:t>
            </a:r>
            <a:endParaRPr lang="en-US" sz="4800" b="1" dirty="0"/>
          </a:p>
          <a:p>
            <a:pPr algn="ctr"/>
            <a:r>
              <a:rPr lang="en-US" sz="4800" b="1" dirty="0"/>
              <a:t>Itai </a:t>
            </a:r>
            <a:r>
              <a:rPr lang="en-US" sz="4800" b="1" dirty="0" err="1"/>
              <a:t>Darban</a:t>
            </a:r>
            <a:r>
              <a:rPr lang="en-US" sz="4800" b="1" dirty="0"/>
              <a:t> + Tom Sofer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0384DE47-39C9-DC37-0FF3-6ADE91A16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540" y="23830172"/>
            <a:ext cx="4478269" cy="53971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C235C1AA-E23D-8168-A4C1-B7001B213F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61"/>
          <a:stretch>
            <a:fillRect/>
          </a:stretch>
        </p:blipFill>
        <p:spPr>
          <a:xfrm>
            <a:off x="6851726" y="23778342"/>
            <a:ext cx="3810330" cy="55761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תמונה 16">
            <a:extLst>
              <a:ext uri="{FF2B5EF4-FFF2-40B4-BE49-F238E27FC236}">
                <a16:creationId xmlns:a16="http://schemas.microsoft.com/office/drawing/2014/main" id="{D252221D-422E-96C4-4362-51979797250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343"/>
          <a:stretch>
            <a:fillRect/>
          </a:stretch>
        </p:blipFill>
        <p:spPr>
          <a:xfrm>
            <a:off x="13812837" y="16780800"/>
            <a:ext cx="3925467" cy="6569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DF665FA4-A9EB-1018-3833-49A97378169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207"/>
          <a:stretch>
            <a:fillRect/>
          </a:stretch>
        </p:blipFill>
        <p:spPr>
          <a:xfrm>
            <a:off x="18022842" y="16754624"/>
            <a:ext cx="4370664" cy="6569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2C464D24-236C-18E2-158E-CED1999CC7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327437" y="24132215"/>
            <a:ext cx="4609540" cy="48684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תמונה 4" descr="תמונה שמכילה טקסט, צילום מסך, חשמ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027F7-2BC5-AB0B-1C60-6B7F157ACC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72603" y="17409128"/>
            <a:ext cx="5041886" cy="5914521"/>
          </a:xfrm>
          <a:prstGeom prst="rect">
            <a:avLst/>
          </a:prstGeom>
        </p:spPr>
      </p:pic>
      <p:pic>
        <p:nvPicPr>
          <p:cNvPr id="8" name="תמונה 7" descr="תמונה שמכילה טקסט, צילום מסך, מקבי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EEC330E-B3E6-0AD6-D96B-4C6531100B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97520" y="17350116"/>
            <a:ext cx="5220235" cy="5973533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9F7715F6-3112-F215-AB9F-54352D720F75}"/>
              </a:ext>
            </a:extLst>
          </p:cNvPr>
          <p:cNvSpPr txBox="1"/>
          <p:nvPr/>
        </p:nvSpPr>
        <p:spPr>
          <a:xfrm>
            <a:off x="15261936" y="15922841"/>
            <a:ext cx="55626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Flutter app</a:t>
            </a:r>
            <a:endParaRPr lang="he-IL" sz="4000" b="1" u="sng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5B8F1F2B-2B39-3BCB-65A0-9E63A2437BB0}"/>
              </a:ext>
            </a:extLst>
          </p:cNvPr>
          <p:cNvSpPr txBox="1"/>
          <p:nvPr/>
        </p:nvSpPr>
        <p:spPr>
          <a:xfrm>
            <a:off x="5571389" y="16455467"/>
            <a:ext cx="38862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Wiring diagram</a:t>
            </a:r>
            <a:endParaRPr lang="he-IL" sz="4000" b="1" u="sng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38a54f-3c0b-450f-ac04-a7cd98ef078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4A704C08B7964F8F64E3E98BF80303" ma:contentTypeVersion="14" ma:contentTypeDescription="Create a new document." ma:contentTypeScope="" ma:versionID="f0a7213fcf2c84419ac836ffeb02046d">
  <xsd:schema xmlns:xsd="http://www.w3.org/2001/XMLSchema" xmlns:xs="http://www.w3.org/2001/XMLSchema" xmlns:p="http://schemas.microsoft.com/office/2006/metadata/properties" xmlns:ns3="2338a54f-3c0b-450f-ac04-a7cd98ef078b" xmlns:ns4="6ff14c68-4887-4569-963d-d80363e979e5" targetNamespace="http://schemas.microsoft.com/office/2006/metadata/properties" ma:root="true" ma:fieldsID="1a546612c78bf327b516e71584da1b4a" ns3:_="" ns4:_="">
    <xsd:import namespace="2338a54f-3c0b-450f-ac04-a7cd98ef078b"/>
    <xsd:import namespace="6ff14c68-4887-4569-963d-d80363e979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38a54f-3c0b-450f-ac04-a7cd98ef0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f14c68-4887-4569-963d-d80363e979e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541F0A-52B4-4C0B-B8E4-70C50FF095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7E495F-27EE-48E7-9AE4-444A30734241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2338a54f-3c0b-450f-ac04-a7cd98ef078b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6ff14c68-4887-4569-963d-d80363e979e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D8EE4A4-BE9F-435B-91C1-6F4F31BF2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38a54f-3c0b-450f-ac04-a7cd98ef078b"/>
    <ds:schemaRef ds:uri="6ff14c68-4887-4569-963d-d80363e979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</TotalTime>
  <Words>132</Words>
  <Application>Microsoft Office PowerPoint</Application>
  <PresentationFormat>מותאם אישית</PresentationFormat>
  <Paragraphs>9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Abadi</vt:lpstr>
      <vt:lpstr>Arial</vt:lpstr>
      <vt:lpstr>Calibri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Mariam Assdi</cp:lastModifiedBy>
  <cp:revision>27</cp:revision>
  <dcterms:created xsi:type="dcterms:W3CDTF">2018-01-05T12:02:54Z</dcterms:created>
  <dcterms:modified xsi:type="dcterms:W3CDTF">2026-02-03T14:11:34Z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  <property fmtid="{D5CDD505-2E9C-101B-9397-08002B2CF9AE}" pid="5" name="ContentTypeId">
    <vt:lpwstr>0x0101001C4A704C08B7964F8F64E3E98BF80303</vt:lpwstr>
  </property>
</Properties>
</file>