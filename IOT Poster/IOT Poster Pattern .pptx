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15" d="100"/>
          <a:sy n="15" d="100"/>
        </p:scale>
        <p:origin x="1877" y="91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A20CD-8770-4F83-B89D-4F627FD495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0B6ED59-B972-E37D-FBA1-B929A65C6839}"/>
              </a:ext>
            </a:extLst>
          </p:cNvPr>
          <p:cNvSpPr txBox="1"/>
          <p:nvPr/>
        </p:nvSpPr>
        <p:spPr>
          <a:xfrm>
            <a:off x="1650732" y="4974697"/>
            <a:ext cx="20907208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Patient Motion Monitoring System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753C5-CA27-6A40-1A81-EFC7EDC5206B}"/>
              </a:ext>
            </a:extLst>
          </p:cNvPr>
          <p:cNvSpPr txBox="1"/>
          <p:nvPr/>
        </p:nvSpPr>
        <p:spPr>
          <a:xfrm>
            <a:off x="1683092" y="6480281"/>
            <a:ext cx="20907208" cy="9233297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r>
              <a:rPr lang="en-US" sz="5400" dirty="0"/>
              <a:t>Our project is an IoT rehabilitation monitoring system designed to safely track patient recovery at home without intrusive surveillance. Combining a leg-worn IMU and room radar, the system operates on patient-activated sessions to measure steps, stair climbing, and basic movement states while simultaneously monitoring for falls and prolonged immobility. To ensure safety without false alarms, the system alerts a helper only if the patient fails to confirm they are okay. Uniquely, it provides doctors with both a real-time view of the current session and detailed historical summaries, translating raw sensor data into actionable clinical metrics—such as specific step counts and activity duration—to support data-driven adjustments to the rehabilitation plan.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BEA4A-D189-603E-B4E9-234CD8DEF8FF}"/>
              </a:ext>
            </a:extLst>
          </p:cNvPr>
          <p:cNvSpPr txBox="1"/>
          <p:nvPr/>
        </p:nvSpPr>
        <p:spPr>
          <a:xfrm>
            <a:off x="1795169" y="30849582"/>
            <a:ext cx="2132699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Raneen Haj Yahya , Mariam Assdi ,Gharam </a:t>
            </a:r>
            <a:r>
              <a:rPr lang="en-US" sz="4800" b="1" dirty="0" err="1"/>
              <a:t>Kharabna</a:t>
            </a:r>
            <a:endParaRPr lang="en-US" sz="4800" b="1" dirty="0"/>
          </a:p>
          <a:p>
            <a:pPr algn="ctr"/>
            <a:r>
              <a:rPr lang="en-US" sz="4800" b="1" dirty="0"/>
              <a:t>Itai </a:t>
            </a:r>
            <a:r>
              <a:rPr lang="en-US" sz="4800" b="1" dirty="0" err="1"/>
              <a:t>Darban</a:t>
            </a:r>
            <a:r>
              <a:rPr lang="en-US" sz="4800" b="1" dirty="0"/>
              <a:t> + Tom Sofer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8926A5F-A041-38C6-586C-8303BF81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33" t="8942" r="17393" b="9722"/>
          <a:stretch>
            <a:fillRect/>
          </a:stretch>
        </p:blipFill>
        <p:spPr>
          <a:xfrm>
            <a:off x="13973290" y="24216362"/>
            <a:ext cx="3334714" cy="4882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0384DE47-39C9-DC37-0FF3-6ADE91A16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438" y="16639603"/>
            <a:ext cx="4694327" cy="5657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C235C1AA-E23D-8168-A4C1-B7001B213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7437" y="23695820"/>
            <a:ext cx="3810330" cy="5755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D252221D-422E-96C4-4362-519797972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9037" y="15914116"/>
            <a:ext cx="4063383" cy="7108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DF665FA4-A9EB-1018-3833-49A973781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0809" y="15914117"/>
            <a:ext cx="4530675" cy="7108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2C464D24-236C-18E2-158E-CED1999CC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79191" y="24123415"/>
            <a:ext cx="4609540" cy="4868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8a54f-3c0b-450f-ac04-a7cd98ef078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A704C08B7964F8F64E3E98BF80303" ma:contentTypeVersion="14" ma:contentTypeDescription="Create a new document." ma:contentTypeScope="" ma:versionID="f0a7213fcf2c84419ac836ffeb02046d">
  <xsd:schema xmlns:xsd="http://www.w3.org/2001/XMLSchema" xmlns:xs="http://www.w3.org/2001/XMLSchema" xmlns:p="http://schemas.microsoft.com/office/2006/metadata/properties" xmlns:ns3="2338a54f-3c0b-450f-ac04-a7cd98ef078b" xmlns:ns4="6ff14c68-4887-4569-963d-d80363e979e5" targetNamespace="http://schemas.microsoft.com/office/2006/metadata/properties" ma:root="true" ma:fieldsID="1a546612c78bf327b516e71584da1b4a" ns3:_="" ns4:_="">
    <xsd:import namespace="2338a54f-3c0b-450f-ac04-a7cd98ef078b"/>
    <xsd:import namespace="6ff14c68-4887-4569-963d-d80363e979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8a54f-3c0b-450f-ac04-a7cd98ef0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14c68-4887-4569-963d-d80363e979e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7E495F-27EE-48E7-9AE4-444A30734241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338a54f-3c0b-450f-ac04-a7cd98ef078b"/>
    <ds:schemaRef ds:uri="http://purl.org/dc/terms/"/>
    <ds:schemaRef ds:uri="6ff14c68-4887-4569-963d-d80363e979e5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B541F0A-52B4-4C0B-B8E4-70C50FF095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8EE4A4-BE9F-435B-91C1-6F4F31BF2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38a54f-3c0b-450f-ac04-a7cd98ef078b"/>
    <ds:schemaRef ds:uri="6ff14c68-4887-4569-963d-d80363e97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141</Words>
  <Application>Microsoft Office PowerPoint</Application>
  <PresentationFormat>מותאם אישית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Abadi</vt:lpstr>
      <vt:lpstr>Arial</vt:lpstr>
      <vt:lpstr>Calibri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Itai  Dabran</dc:creator>
  <cp:lastModifiedBy>Mariam Assdi</cp:lastModifiedBy>
  <cp:revision>26</cp:revision>
  <dcterms:created xsi:type="dcterms:W3CDTF">2018-01-05T12:02:54Z</dcterms:created>
  <dcterms:modified xsi:type="dcterms:W3CDTF">2026-01-29T20:49:27Z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  <property fmtid="{D5CDD505-2E9C-101B-9397-08002B2CF9AE}" pid="5" name="ContentTypeId">
    <vt:lpwstr>0x0101001C4A704C08B7964F8F64E3E98BF80303</vt:lpwstr>
  </property>
</Properties>
</file>